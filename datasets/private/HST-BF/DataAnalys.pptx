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B9806-48E2-C57D-F966-2EA6610B8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B428F4-8479-5526-C786-BA99864E9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71B722-1885-9313-F6C3-A3A541F1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E6FFB4-5409-7BEA-2E57-12D00ABFF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6989E-5ABA-C62D-4F44-B5A43C10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5A8A3-8B26-8478-95F6-CBEBA3F6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FA903-D116-4C9A-D9D9-2BEE76FF9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D946C-4A93-C0CB-8229-10788A556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483EAE-0C82-A411-22C8-E5615889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7D41FD-11EE-6B19-4AF6-DBC868BB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89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18DD5-5D2B-A8E6-2EDC-626314B9C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CEFE40-1352-084C-1AF8-A876A7382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F86A9-9C1C-1AE0-A546-D9AE6CA98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8CE51-3B39-BBC4-3028-FB4E98926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F533B-61FF-C4D1-A09C-0C04AF87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172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DB2E7-224A-7133-49D3-C7DE0342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4BE7E4-9895-9937-8D9B-DC040F642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E6442D-C3E4-F784-22DF-F5400F51D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4A4B67-6D76-5CF3-CFB2-E99F3E1F6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293DDE-AAE1-FFAE-24A9-0E9357FA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34C1B6-3B3D-62EF-D491-17EC97351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03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D1C38-6669-9E7C-4CDB-E22E60A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3A7771-7CDF-55C4-ACB6-28BC342A8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07E902-C28F-F505-8BB8-BB9D382B8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0EE20E-D032-2201-06A6-866F82F56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815321-457C-F910-3F49-5CD80E129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BE553F-AFE1-D128-7B1A-1B3ECFA7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7E66C0-D54A-A32C-EB9D-AC87CB40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837293-EC14-0CAE-2ED9-033B7FE2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00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DB2D3-DF22-D811-4490-22EAC071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E867FA-BFDC-DFA4-64E1-626E665D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25EED6-CA33-E6CB-9968-5EB647E5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853E6D-B97B-0D1C-CA15-A30F6373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019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48DC4A-E9D0-8FDC-5C7C-3346D677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E4A420-B7FC-DFED-1A80-BDDAE97E9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F093B2-210D-1489-567C-6AD51AE9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49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6A71D-FA8F-DDF0-B5D8-688A8309B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973FF4-E899-E516-EE38-EB4ACA92D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8B5E13-0364-BC50-537E-549D4BA10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16138E-1FFF-BCF7-BC2B-65C62974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AD581A-ABB0-9BB1-F208-A11A2D42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C1AE06-91E3-A062-61F6-BC67048E6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85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4018C-1573-8EFD-492A-C8D46D07C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2DFBF7-D67B-FA6F-C1CA-2AE4BA3A5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131580-5654-78DC-A5C8-D2330C515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FA9DDF-DD4A-F0BE-9720-6EFB4283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F75EAD-8CB3-CF1B-DFB9-A59FEB7C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FFF3F2-C240-B78E-A90C-7AB6A97C9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88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D9163-9E60-0A71-DCFE-02BAC005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0C9AE8-0AF5-4223-9FDE-DEDC1CFC8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ECD110-F260-FDC6-B616-B9398147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39BC3F-E274-88FB-6BBF-BF33071F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0AD84-CC38-1378-8B23-5B8DF5F2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789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CEB289-8FB2-4C81-A00D-FFDB63EE3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5FD872-E11A-CD7B-3053-54B58BFFD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D18DC5-8B20-F4BC-0E73-4FB200CC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98B511-D5BF-416B-512E-8E57BCCB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F90F8D-B09D-FE9E-B820-AF40256B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98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B5FEDC-1D64-A0FB-17F6-BF5BD8FF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972E65-2425-4911-C61F-81F4E58CC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5E603-706C-DB31-5D65-5650CF190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A3C35-FDFF-4F1D-86BE-0E5D033761C4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B8AE90-B929-AE39-84C8-0CC84427D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75793-2558-0FD5-39A8-FEC0E5D68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7AC65-680D-4858-A4A9-AEF0FC1E9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93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0F4B77A-9CE7-79E7-82C6-8FBE95EF3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434" y="187289"/>
            <a:ext cx="4431347" cy="11513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20C9A8A-E57B-3E7D-A126-9A4E3AEB1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046" y="1338682"/>
            <a:ext cx="8102025" cy="541690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E39D1C5-61CC-32CA-1C75-4601ADA031E5}"/>
              </a:ext>
            </a:extLst>
          </p:cNvPr>
          <p:cNvSpPr txBox="1"/>
          <p:nvPr/>
        </p:nvSpPr>
        <p:spPr>
          <a:xfrm>
            <a:off x="736010" y="497434"/>
            <a:ext cx="223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包络谱特征较清晰</a:t>
            </a:r>
          </a:p>
        </p:txBody>
      </p:sp>
    </p:spTree>
    <p:extLst>
      <p:ext uri="{BB962C8B-B14F-4D97-AF65-F5344CB8AC3E}">
        <p14:creationId xmlns:p14="http://schemas.microsoft.com/office/powerpoint/2010/main" val="489747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5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齐涛 殷</dc:creator>
  <cp:lastModifiedBy>齐涛 殷</cp:lastModifiedBy>
  <cp:revision>1</cp:revision>
  <dcterms:created xsi:type="dcterms:W3CDTF">2024-06-04T13:03:16Z</dcterms:created>
  <dcterms:modified xsi:type="dcterms:W3CDTF">2024-06-05T06:59:05Z</dcterms:modified>
</cp:coreProperties>
</file>